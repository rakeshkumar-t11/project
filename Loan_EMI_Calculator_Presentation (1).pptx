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14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071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7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3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6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5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64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83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5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544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17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40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203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587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854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97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4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Loan EMI &amp; Interest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Mini Project Presentation</a:t>
            </a:r>
          </a:p>
          <a:p>
            <a:r>
              <a:t>Using C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EMI Calculator computes monthly loan payments.</a:t>
            </a:r>
          </a:p>
          <a:p>
            <a:r>
              <a:t>It helps in financial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EMI Calculation?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planning</a:t>
            </a:r>
          </a:p>
          <a:p>
            <a:r>
              <a:t>Loan comparison</a:t>
            </a:r>
          </a:p>
          <a:p>
            <a:r>
              <a:t>Understanding interest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Principal</a:t>
            </a:r>
          </a:p>
          <a:p>
            <a:r>
              <a:t>Interest Rate</a:t>
            </a:r>
          </a:p>
          <a:p>
            <a:r>
              <a:t>Tenure</a:t>
            </a:r>
          </a:p>
          <a:p>
            <a:r>
              <a:t>EMI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Compound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 calculated monthly on remaining balance</a:t>
            </a:r>
          </a:p>
          <a:p>
            <a:r>
              <a:t>EMI stays constant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EMI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EMI = [P × R × (1+R)^N] / [(1+R)^N – 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loan details</a:t>
            </a:r>
          </a:p>
          <a:p>
            <a:r>
              <a:t>Calculate EMI</a:t>
            </a:r>
          </a:p>
          <a:p>
            <a:r>
              <a:t>Display schedule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EMI</a:t>
            </a:r>
          </a:p>
          <a:p>
            <a:r>
              <a:t>Interest portion</a:t>
            </a:r>
          </a:p>
          <a:p>
            <a:r>
              <a:t>Principal portion</a:t>
            </a:r>
          </a:p>
          <a:p>
            <a:r>
              <a:t>Remaining 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Programming</a:t>
            </a:r>
          </a:p>
          <a:p>
            <a:r>
              <a:t>Math library</a:t>
            </a:r>
          </a:p>
          <a:p>
            <a:r>
              <a:t>VS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Simplifies loan planning</a:t>
            </a:r>
          </a:p>
          <a:p>
            <a:r>
              <a:t>Practical use of programming concepts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125</TotalTime>
  <Words>118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Loan EMI &amp; Interest Calculator</vt:lpstr>
      <vt:lpstr>Introduction</vt:lpstr>
      <vt:lpstr>Why EMI Calculation?</vt:lpstr>
      <vt:lpstr>Key Terms</vt:lpstr>
      <vt:lpstr>Compound Interest</vt:lpstr>
      <vt:lpstr>EMI Formula</vt:lpstr>
      <vt:lpstr>Program Working</vt:lpstr>
      <vt:lpstr>Monthly Schedule</vt:lpstr>
      <vt:lpstr>Technology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swaraj kanta</cp:lastModifiedBy>
  <cp:revision>2</cp:revision>
  <dcterms:created xsi:type="dcterms:W3CDTF">2013-01-27T09:14:16Z</dcterms:created>
  <dcterms:modified xsi:type="dcterms:W3CDTF">2026-01-03T08:46:14Z</dcterms:modified>
  <cp:category/>
</cp:coreProperties>
</file>